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Raleway"/>
      <p:regular r:id="rId13"/>
      <p:bold r:id="rId14"/>
      <p:italic r:id="rId15"/>
      <p:boldItalic r:id="rId16"/>
    </p:embeddedFont>
    <p:embeddedFont>
      <p:font typeface="La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aleway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italic.fntdata"/><Relationship Id="rId14" Type="http://schemas.openxmlformats.org/officeDocument/2006/relationships/font" Target="fonts/Raleway-bold.fntdata"/><Relationship Id="rId17" Type="http://schemas.openxmlformats.org/officeDocument/2006/relationships/font" Target="fonts/Lato-regular.fntdata"/><Relationship Id="rId16" Type="http://schemas.openxmlformats.org/officeDocument/2006/relationships/font" Target="fonts/Raleway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italic.fntdata"/><Relationship Id="rId6" Type="http://schemas.openxmlformats.org/officeDocument/2006/relationships/slide" Target="slides/slide1.xml"/><Relationship Id="rId18" Type="http://schemas.openxmlformats.org/officeDocument/2006/relationships/font" Target="fonts/La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5b7ab6c608_0_3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5b7ab6c608_0_3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5b7ab6c608_0_4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5b7ab6c608_0_4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b7ab6c608_0_4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5b7ab6c608_0_4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5b7ab6c608_0_4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5b7ab6c608_0_4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5b7ab6c608_0_4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5b7ab6c608_0_4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5b7ab6c608_0_4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5b7ab6c608_0_4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7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4.png"/><Relationship Id="rId5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3.png"/><Relationship Id="rId5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1.png"/><Relationship Id="rId6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800"/>
              <a:t>Proyecto de tienda web</a:t>
            </a:r>
            <a:endParaRPr sz="3800"/>
          </a:p>
        </p:txBody>
      </p:sp>
      <p:sp>
        <p:nvSpPr>
          <p:cNvPr id="73" name="Google Shape;73;p13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Carlos López Frieiro</a:t>
            </a:r>
            <a:endParaRPr/>
          </a:p>
        </p:txBody>
      </p:sp>
      <p:pic>
        <p:nvPicPr>
          <p:cNvPr id="74" name="Google Shape;74;p13" title="logo_GuauGuau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3975" y="1000148"/>
            <a:ext cx="2576400" cy="321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Estructura del proyecto (EER)</a:t>
            </a:r>
            <a:endParaRPr/>
          </a:p>
        </p:txBody>
      </p:sp>
      <p:sp>
        <p:nvSpPr>
          <p:cNvPr id="80" name="Google Shape;80;p14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1" name="Google Shape;81;p14" title="EER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27200" y="546063"/>
            <a:ext cx="3769001" cy="4051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5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Parte </a:t>
            </a:r>
            <a:r>
              <a:rPr lang="es"/>
              <a:t>pública</a:t>
            </a:r>
            <a:r>
              <a:rPr lang="es"/>
              <a:t> sin necesidad de login</a:t>
            </a:r>
            <a:endParaRPr/>
          </a:p>
        </p:txBody>
      </p:sp>
      <p:pic>
        <p:nvPicPr>
          <p:cNvPr id="87" name="Google Shape;8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4825" y="1030650"/>
            <a:ext cx="3929249" cy="1879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0714" y="1030651"/>
            <a:ext cx="3960188" cy="1879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30888" y="3035569"/>
            <a:ext cx="3960177" cy="18966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Parte pública con necesidad de loguin</a:t>
            </a:r>
            <a:endParaRPr/>
          </a:p>
        </p:txBody>
      </p:sp>
      <p:pic>
        <p:nvPicPr>
          <p:cNvPr id="95" name="Google Shape;9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0275" y="1051175"/>
            <a:ext cx="5506650" cy="1763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1950" y="3084975"/>
            <a:ext cx="3922377" cy="127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20200" y="3084975"/>
            <a:ext cx="4355251" cy="127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7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Parte administrador</a:t>
            </a:r>
            <a:endParaRPr/>
          </a:p>
        </p:txBody>
      </p:sp>
      <p:pic>
        <p:nvPicPr>
          <p:cNvPr id="103" name="Google Shape;10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3300" y="1051175"/>
            <a:ext cx="3851802" cy="1839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06569" y="1051175"/>
            <a:ext cx="4564480" cy="1839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3300" y="3029181"/>
            <a:ext cx="3851800" cy="13876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06575" y="2999725"/>
            <a:ext cx="4060876" cy="151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Problemas y </a:t>
            </a:r>
            <a:r>
              <a:rPr lang="es"/>
              <a:t>errores</a:t>
            </a:r>
            <a:endParaRPr/>
          </a:p>
        </p:txBody>
      </p:sp>
      <p:sp>
        <p:nvSpPr>
          <p:cNvPr id="112" name="Google Shape;112;p18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s"/>
              <a:t>CSS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s"/>
              <a:t>Problemas con las rutas.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s"/>
              <a:t>Fallo en la carga de imagen al modificar un producto si se cambia el tipo.</a:t>
            </a:r>
            <a:endParaRPr/>
          </a:p>
        </p:txBody>
      </p:sp>
      <p:pic>
        <p:nvPicPr>
          <p:cNvPr id="113" name="Google Shape;113;p18" title="10-cosas-que-tu-perro-puede-sentir-sobre-ti-5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59450" y="1080550"/>
            <a:ext cx="4942551" cy="298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Pasemos a la práctica</a:t>
            </a:r>
            <a:endParaRPr/>
          </a:p>
        </p:txBody>
      </p:sp>
      <p:pic>
        <p:nvPicPr>
          <p:cNvPr id="119" name="Google Shape;11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77600" y="1294350"/>
            <a:ext cx="4572000" cy="281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